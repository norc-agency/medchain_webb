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ffe5ec9324f26" /><Relationship Type="http://schemas.openxmlformats.org/officeDocument/2006/relationships/extended-properties" Target="/docProps/app.xml" Id="Rc520540976fc4a8f" /><Relationship Type="http://schemas.openxmlformats.org/officeDocument/2006/relationships/officeDocument" Target="/ppt/presentation.xml" Id="R6b5dd65ad533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3ec9d5c5f4ce9"/>
  </p:sldMasterIdLst>
  <p:notesMasterIdLst>
    <p:notesMasterId xmlns:r="http://schemas.openxmlformats.org/officeDocument/2006/relationships" r:id="R46561c0dc9004622"/>
  </p:notesMasterIdLst>
  <p:sldIdLst>
    <p:sldId xmlns:r="http://schemas.openxmlformats.org/officeDocument/2006/relationships" id="256" r:id="R032f5b156ae74865"/>
    <p:sldId xmlns:r="http://schemas.openxmlformats.org/officeDocument/2006/relationships" id="257" r:id="Rd9149b6d8f6e43c5"/>
    <p:sldId xmlns:r="http://schemas.openxmlformats.org/officeDocument/2006/relationships" id="258" r:id="Rf0d581b8efbb473b"/>
    <p:sldId xmlns:r="http://schemas.openxmlformats.org/officeDocument/2006/relationships" id="259" r:id="Re9ddaf82542546bd"/>
    <p:sldId xmlns:r="http://schemas.openxmlformats.org/officeDocument/2006/relationships" id="260" r:id="Rd1977a06b70b496a"/>
    <p:sldId xmlns:r="http://schemas.openxmlformats.org/officeDocument/2006/relationships" id="261" r:id="R3b2ab2c6b8d54a0e"/>
    <p:sldId xmlns:r="http://schemas.openxmlformats.org/officeDocument/2006/relationships" id="262" r:id="R26afa037cd0946b8"/>
    <p:sldId xmlns:r="http://schemas.openxmlformats.org/officeDocument/2006/relationships" id="263" r:id="R0877af9f6a0a44fd"/>
    <p:sldId xmlns:r="http://schemas.openxmlformats.org/officeDocument/2006/relationships" id="264" r:id="R8d077533696141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3ec9d5c5f4ce9" /><Relationship Type="http://schemas.openxmlformats.org/officeDocument/2006/relationships/theme" Target="/ppt/theme/theme1.xml" Id="R20d2bb06f16a491c" /><Relationship Type="http://schemas.openxmlformats.org/officeDocument/2006/relationships/notesMaster" Target="/ppt/notesMasters/notesMaster1.xml" Id="R46561c0dc9004622" /><Relationship Type="http://schemas.openxmlformats.org/officeDocument/2006/relationships/presProps" Target="/ppt/presProps.xml" Id="R2640d9c435154320" /><Relationship Type="http://schemas.openxmlformats.org/officeDocument/2006/relationships/viewProps" Target="/ppt/viewProps.xml" Id="R6050258589154952" /><Relationship Type="http://schemas.openxmlformats.org/officeDocument/2006/relationships/tableStyles" Target="/ppt/tableStyles.xml" Id="Rbe75808c4b7e483b" /><Relationship Type="http://schemas.openxmlformats.org/officeDocument/2006/relationships/slide" Target="/ppt/slides/slide1.xml" Id="R032f5b156ae74865" /><Relationship Type="http://schemas.openxmlformats.org/officeDocument/2006/relationships/slide" Target="/ppt/slides/slide2.xml" Id="Rd9149b6d8f6e43c5" /><Relationship Type="http://schemas.openxmlformats.org/officeDocument/2006/relationships/slide" Target="/ppt/slides/slide3.xml" Id="Rf0d581b8efbb473b" /><Relationship Type="http://schemas.openxmlformats.org/officeDocument/2006/relationships/slide" Target="/ppt/slides/slide4.xml" Id="Re9ddaf82542546bd" /><Relationship Type="http://schemas.openxmlformats.org/officeDocument/2006/relationships/slide" Target="/ppt/slides/slide5.xml" Id="Rd1977a06b70b496a" /><Relationship Type="http://schemas.openxmlformats.org/officeDocument/2006/relationships/slide" Target="/ppt/slides/slide6.xml" Id="R3b2ab2c6b8d54a0e" /><Relationship Type="http://schemas.openxmlformats.org/officeDocument/2006/relationships/slide" Target="/ppt/slides/slide7.xml" Id="R26afa037cd0946b8" /><Relationship Type="http://schemas.openxmlformats.org/officeDocument/2006/relationships/slide" Target="/ppt/slides/slide8.xml" Id="R0877af9f6a0a44fd" /><Relationship Type="http://schemas.openxmlformats.org/officeDocument/2006/relationships/slide" Target="/ppt/slides/slide9.xml" Id="R8d077533696141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8502efb24b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c07037e3e47f6" /><Relationship Type="http://schemas.openxmlformats.org/officeDocument/2006/relationships/notesMaster" Target="/ppt/notesMasters/notesMaster1.xml" Id="R39843c3bb111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f9a56512b94478" /><Relationship Type="http://schemas.openxmlformats.org/officeDocument/2006/relationships/notesMaster" Target="/ppt/notesMasters/notesMaster1.xml" Id="Rddb75355f44e43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bfe87ef58a47f5" /><Relationship Type="http://schemas.openxmlformats.org/officeDocument/2006/relationships/notesMaster" Target="/ppt/notesMasters/notesMaster1.xml" Id="R631bdb53bd80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6d7412099f43a7" /><Relationship Type="http://schemas.openxmlformats.org/officeDocument/2006/relationships/notesMaster" Target="/ppt/notesMasters/notesMaster1.xml" Id="R025661cbedb646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beee9aff7b4e80" /><Relationship Type="http://schemas.openxmlformats.org/officeDocument/2006/relationships/notesMaster" Target="/ppt/notesMasters/notesMaster1.xml" Id="R1f9c9e021d8f4d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297c380584d11" /><Relationship Type="http://schemas.openxmlformats.org/officeDocument/2006/relationships/notesMaster" Target="/ppt/notesMasters/notesMaster1.xml" Id="R48964bb48dd946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3bdd748704a6f" /><Relationship Type="http://schemas.openxmlformats.org/officeDocument/2006/relationships/notesMaster" Target="/ppt/notesMasters/notesMaster1.xml" Id="Ra596ab60162745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972d2f06cd4040" /><Relationship Type="http://schemas.openxmlformats.org/officeDocument/2006/relationships/notesMaster" Target="/ppt/notesMasters/notesMaster1.xml" Id="R33a6b0f5bfff45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16ae12a7a4608" /><Relationship Type="http://schemas.openxmlformats.org/officeDocument/2006/relationships/notesMaster" Target="/ppt/notesMasters/notesMaster1.xml" Id="R57ffbaccfec8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21da9aea244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a540092c0643da" /><Relationship Type="http://schemas.openxmlformats.org/officeDocument/2006/relationships/slideLayout" Target="/ppt/slideLayouts/slideLayout2.xml" Id="R25bfaa65e1da4a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faa65e1da4a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900dbecd142cd" /><Relationship Type="http://schemas.openxmlformats.org/officeDocument/2006/relationships/notesSlide" Target="/ppt/notesSlides/notesSlide1.xml" Id="R65b3fa950de14f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401c3964b493a" /><Relationship Type="http://schemas.openxmlformats.org/officeDocument/2006/relationships/notesSlide" Target="/ppt/notesSlides/notesSlide2.xml" Id="R7b418ede01f84b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6fbdb7e7c4cb0" /><Relationship Type="http://schemas.openxmlformats.org/officeDocument/2006/relationships/notesSlide" Target="/ppt/notesSlides/notesSlide3.xml" Id="R62e87924d9bb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c01ba6d2d4db6" /><Relationship Type="http://schemas.openxmlformats.org/officeDocument/2006/relationships/notesSlide" Target="/ppt/notesSlides/notesSlide4.xml" Id="Rcabf85d77cda40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fdbae26e4432a" /><Relationship Type="http://schemas.openxmlformats.org/officeDocument/2006/relationships/notesSlide" Target="/ppt/notesSlides/notesSlide5.xml" Id="R10c3102dc7f4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528f0b4dc4753" /><Relationship Type="http://schemas.openxmlformats.org/officeDocument/2006/relationships/notesSlide" Target="/ppt/notesSlides/notesSlide6.xml" Id="R2d3b88a7c4f643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bee71862e47e3" /><Relationship Type="http://schemas.openxmlformats.org/officeDocument/2006/relationships/notesSlide" Target="/ppt/notesSlides/notesSlide7.xml" Id="R9b86b8dd2cb148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87f6050654577" /><Relationship Type="http://schemas.openxmlformats.org/officeDocument/2006/relationships/notesSlide" Target="/ppt/notesSlides/notesSlide8.xml" Id="Rcdb16c2c9599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3f5db25ab0405a" /><Relationship Type="http://schemas.openxmlformats.org/officeDocument/2006/relationships/notesSlide" Target="/ppt/notesSlides/notesSlide9.xml" Id="R337600be729648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51730-E0AD-4BC4-990A-45C0B52E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B02E-2C3A-4AB7-9147-DA4B8DD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915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Nordic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09BD5-CC8C-490F-9A63-6639115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2075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B24AF-CF48-4808-812B-3734BED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meets digital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291EF-D4EC-4577-AE62-326F27FF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622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FC104-88B8-43B6-BF2A-B4B67521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A focused NORC × Team Neusta collaboration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8D76F-9095-449C-8BBF-FEB10EE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4429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Team Neusta brings transformation capacity. NORC makes it understandable, relevant and credible in the Nordic market.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7F0CF-1290-43C7-93EC-B397B52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9144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3F076-EE4B-4B72-BC3B-1F923E32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95400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A0789-7FA2-4625-9341-C09F577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647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</a:t>
            </a:r>
          </a:p>
          <a:p xmlns:a="http://schemas.openxmlformats.org/drawingml/2006/main">
            <a:pPr algn="ctr">
              <a:defRPr sz="2100" b="0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RC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88D07-6E76-4E04-8D12-D013954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Team</a:t>
            </a:r>
          </a:p>
          <a:p xmlns:a="http://schemas.openxmlformats.org/drawingml/2006/main">
            <a:pPr algn="l">
              <a:defRPr sz="19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Neusta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4C2DE-B7B9-4D34-8783-650E11D4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EB3EE-0695-4876-99A1-34CF199F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Nordic market entry</a:t>
            </a:r>
          </a:p>
          <a:p xmlns:a="http://schemas.openxmlformats.org/drawingml/2006/main">
            <a:pPr algn="ctr">
              <a:defRPr sz="127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with meaning, trust and resilience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366FB-B958-4906-B523-31174CB2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6D9B2-CA9E-436D-A80B-3F704BDC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4DB54-66FA-4883-AE1D-DED256B3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291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B5C76-3B54-4F89-854E-8670BBA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3A628-DDDA-4803-B3FA-2A95FC2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DC51C-9D7E-4675-BF27-67B98708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29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59812-0A2D-4EAB-9B58-287D722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52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4B512-3419-4990-9541-9ECA724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B65F6-8393-4F8B-A75B-E723D37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629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Digital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77931-7596-4F9D-B0AF-9A4B33FE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77B79-93A6-44C6-B948-F864EDB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DBFD9-8A53-495C-9022-CC0D2056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331CA-1E44-481C-98F3-CC61F79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58650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7EB41-C8B4-41C4-A48C-9379CCBC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B4781-D83A-4197-8965-AA7E84CB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NORC understands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D29B9-B1FD-463C-A41A-8B0AA5FA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6682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what builds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E3CD9-6DA2-4F7D-8F23-2F3D62F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in the Nordics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C374F-FB60-4ED2-A208-25B6835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FFF4B-5556-4729-B77D-C3B7091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287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Nordic decision-makers buy trust before they buy transformation.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ECB12-5FB1-449B-8865-24B1299C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5681C-A681-4ACB-91FC-80394831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The work is not just to translate Team Neusta's offer. It is to make it locally meaningful, credible and easy to act 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9A803-9476-4EB9-81DC-76788CC5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B1341-A814-46A6-8DC1-9C7F69D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DF1ED-E743-439C-860A-D6B67B46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481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1A460-36B6-4148-896B-6554F25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MARKET SENSE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07796-9E00-4036-9409-EA733A8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33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4EFEE-0F63-4527-A6E1-E4F1A90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We understand how brands, organisations and people work in this market.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112CC-79C1-4ABC-AF64-47EBA6D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1F4A3-5E60-4926-9CDA-D2F9489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37F29-3B98-4B0C-A09B-FA31A445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9C97A-DD63-4A5A-97FD-77E1DB95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CLEAR 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DBFE9-A285-497D-A2AD-0088030C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33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75999-6A9D-45D5-937F-41D34F7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We turn complex offers into a position that Nordic buyers can understand and trust.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9CCD5-57A2-4B68-BBDC-B3501C3B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0B230-A3FD-4783-9E05-F7A251D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FE9DF-667A-4041-8382-22E419C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472B1-88CF-4B1A-9C47-A0232E03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CREDIBLE CONVERSATION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B4DA-2CDB-4830-80ED-71C82F71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F4B24-CCED-416D-B8D7-ECD215A0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We build narratives and meeting structures that reduce uncertainty and open the right doors.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ECC69-8D59-4D1D-94CA-42CE595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C34C1-511E-4E81-AA91-806AED7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D6E3B6-0FE4-46E3-A007-FD45A4C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C8992-8813-499A-9509-2EFE73AA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05015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96B4A7-04AC-49E7-A759-15A04CE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4E897-B2BE-4500-BA6F-2D71ADF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580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Nordic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BD0E3-C5A1-4242-99B8-F593920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3FF7A-27EC-4C9E-A4AA-C8DAFE7A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64F4A-7591-4B47-93D6-3FB9BCB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717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64C4A-A91A-4121-A0F5-D9EF92E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81100"/>
            <a:ext cx="2952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3B7BB-9FC9-45AF-A4CB-37E53238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669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A90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2A900"/>
                </a:solidFill>
                <a:latin typeface="Aptos Mono"/>
                <a:ea typeface="Aptos Mono"/>
                <a:cs typeface="Aptos Mono"/>
              </a:rPr>
              <a:t>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3A4CE-92A4-4773-AA7E-325C97F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094ED-EE46-4FC1-8873-649763BF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DK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E8C73-EDAD-4DF8-AC3D-30A5B80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FI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2BDBD-A963-4C3A-9237-7BDFCE51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193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9B840-303B-48CD-B0FC-2CAF305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EA6A-CCCF-4477-9A24-DC5C062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55184-DEE4-45DD-92B3-6F7A6952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BECCA-87D4-4096-A1F4-50142FB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28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rPr>
              <a:t>WHY THE REGION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836D1-9F08-4CDE-B6EB-164606D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"/>
            <a:ext cx="304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4585F-6D84-49C9-8260-7A0E0F36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C353F-4827-46B1-A15E-216C462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0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85815-B4C6-48DC-BDA4-F784C26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High digital trust environments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CA73A-B8C3-462D-A89D-31DE480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925DC-8948-48D1-828A-CE63A1E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39AF1-4DBB-4579-A379-3D1F5F5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622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Public-private collaboration maturity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6F19A-AEB4-4B54-8BA7-0599D9BB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C03DD-9583-48F0-A34F-116DA6F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56E29-453D-47D3-879B-9B616F97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Strong regulatory alignment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6800B-72E2-4B4D-A48F-644D285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13133-30CB-423E-B50C-A3EB9B1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3B316-7A4E-4F5E-94B0-A8BFFA45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Early adoption of resilience frameworks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E3D5D-CF49-48BC-AD81-FCC5E3EF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For Team Neusta, this is not a broad geography. It is a high-value environment where credibility, sovereignty and resilience shape buying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C9B5F-BC0B-438B-B037-5F9462DF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1630C-8D44-43E9-8C18-AC9892A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2C099-D729-4049-B167-2C65D77E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DD7AD-F3DA-442F-9C57-9CE1BB41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87115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E0902-3987-4897-8C05-E2681AC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62A5-2CEA-44CD-9F1A-9E16B995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More than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B6E35-755E-4E3D-9DD0-3C2A561D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5730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BC158-7354-46D6-9375-633A443E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we build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68A7E-CB8E-4AD6-A491-EA4F6F1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E77A1-2BBB-4A64-9304-88EED63F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239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NORC's strength is long experience in brand, communication, positioning and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7E62-4E73-416F-944A-25E6D64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9EEF6-42E9-419B-9891-0337F6D8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Brands that matter connect rational value with emotional relevance. That is what complex transformation offers need in a trust-driven market.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1A2F5-8F5C-4F8D-A153-191A125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69F15-9523-4A45-B24D-6A1A9AFD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4A8C6-E913-4BBC-B213-E82FCC3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4A407-63AE-4798-B525-BF44F807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243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BRAND &amp; MARKETING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3553A-4C77-4677-89BE-717CC4D8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100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40036-DFB6-4E66-AFC2-3524DF9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434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Decades of experience shaping brands, messages and strategic positions.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0F536-836A-4A59-A16C-FFC1EB1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5439D-4F2F-4429-880A-5DB8BCB0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83CBB-BF08-43D0-9606-F0C9FDE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243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2E032-956B-4C84-A0A4-D6474E07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243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COMMUNICATION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F49E4-1852-46C6-B9E5-B76E5F1B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20C70-46F4-4E60-BF8F-555C88CE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Narrative structure, leadership communication and stakeholder alignment.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881A2-CEC9-4C40-BDB4-9BDBFAC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3AF63-5F02-4DDD-B980-480263E6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4FB25-0218-48C1-90F9-A837044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940A4-B351-40EC-B4F6-DD020406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CLARITY IN COMPLEXITY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C18BD-6C18-49F1-B5B2-57ED788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2E224-BFA5-45F4-A678-DD22A8D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Helping organisations communicate with credibility in complex environments.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761AA-A68D-4712-A8EC-29FADFE7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D5A93-8C69-4C59-A7E7-CFFE513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D31BC-F1AE-4A0E-A6E3-719F3E6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43B0C-2AB7-44C1-9F3D-F1E7EFC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14552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39199-AFFC-4CCD-8E0B-F4740856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C63A8-C085-4694-A0D2-D2B4C70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65441-36E6-456C-B9CE-0731401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14475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38FDA-C666-4FDF-A917-787E46F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47A2A-E8D1-44CA-BF57-5310659D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527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C1E41-9682-46B8-A3A9-8C1EE2C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A structured approach to operating in complex environments.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3382F-A6F6-4C9B-B531-B0D405C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D7499-9BC0-46B5-8767-3CC2112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187F6-E5E2-4774-876C-0E573A6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4BDB5-C0B0-454B-9BE6-D75FF0C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2976-F9F6-48B4-AE8F-55AAF2C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DFF9C-52C4-4A9E-A651-144FF42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Scenario-based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8DE29-88DC-46E2-B7C3-EE441C5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4AFA2-23A1-4C9D-9A19-6707D04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926BB-6B9E-4A16-80A9-B4F13660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9FAC1-C67B-4856-A292-B4A7B87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81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A90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A900"/>
                </a:solidFill>
                <a:latin typeface="Aptos Mono"/>
                <a:ea typeface="Aptos Mono"/>
                <a:cs typeface="Aptos Mono"/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45197-922B-4DC6-BDE3-7508594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24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Clear positioning + operational readiness in uncertain environments.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7B54A-9A12-477B-A7EB-BF8661B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4B26D-A4E0-426D-A685-9C9F20D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1F763-E869-408D-8A70-64607BD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F9BE8-7A3D-41AF-BBD1-335F82B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6560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5AE7C-EC05-4904-B39A-766284C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55A4-CED6-4DAA-B750-1ED1856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Joint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0ACA-64B9-489F-8AD0-F039281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47775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8F941-8D10-401A-A738-370BD0D0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BB0A6-E1CE-4DE5-A60F-56F0BC06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98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FF288-8D30-42BC-9FC0-04A7291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Our combined capabilities create end-to-end value from strategy to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8379-0829-4E8B-AB6B-427C8F53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9600"/>
            <a:ext cx="5953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C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F0FAC-6943-4621-9F12-F30538C3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9600"/>
            <a:ext cx="85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FC2DF-2397-4049-AC0F-AF34FE8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8763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E74B5-C235-4C96-90FF-56EEB66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382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Strategy &amp; Positioning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B799A-7D26-4B6F-9744-824E53F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430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Market insight, opportunity framing and strategic direction shaping the right moves in Nordic and European markets.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C89A5-723F-4756-96B0-9122BE2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01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A197F-E435-4D01-B91D-91C5B60B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191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NORC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6E2A6-E24A-45A9-8A03-749EEDD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5953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C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DD79E-628E-46ED-BA98-A3655F84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85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9BC8B-8F45-45FE-AD96-1AC58DE5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336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ECBD5-445F-4D99-9C96-3DA328A8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955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Communication &amp;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2128B-93D0-4736-94B4-3537A9E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03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Narrative development, stakeholder engagement and governance frameworks that build trust and alignment.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BDE50-7D6B-4382-A238-511F5C2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574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92294-B96D-4622-85A0-0E7AE72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764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NORC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0E20B-F0C6-4368-9945-B3265AC9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5953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B7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54A39-6F45-472E-BD70-5144F66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85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A4574-74BE-454C-AF00-7962893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909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78D9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9B78D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27BDD-4BC5-4C65-8155-82415DBD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Digital Transformation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ABE23-5CF4-4270-8296-DD5E226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576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Digital strategy, platform knowledge, software, AI and implementation depth that can move from idea to delivery.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375DE-5AD3-4ABE-9A53-47641D3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2B9BC-B029-42C3-BBFF-00891EA9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7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B78D9"/>
                </a:solidFill>
                <a:latin typeface="Aptos"/>
                <a:ea typeface="Aptos"/>
                <a:cs typeface="Aptos"/>
              </a:rPr>
              <a:t>Team Neusta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64FC8-3996-4530-937F-8C95A04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5953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C4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881B6-9021-48E1-8B53-1B40710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85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ADC02-4799-4363-A4D0-C760707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482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DC210-3E2E-4370-A81F-E316F89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101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Nordic Market Activation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52F15-826B-4038-97A0-251CBE76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149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A focused path from market hypothesis to proof, credible conversations and a scalable partnership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9F436-5C82-4BA8-BEFE-561CDCE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1B6AA-248F-4B8E-9623-32E78B1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910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Together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130EFB-CB17-4B41-8065-95B583D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ADC5EB-46F4-4189-A2DD-ECF5DDB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D7963C-84DC-4278-B978-CF640DC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B5A2E3-E319-41B6-B6E9-736F28C9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635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ACB51-82AE-48F6-B359-06996D80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49AA0-5362-4251-A63F-25D7F98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8580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Nordic Opportunity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9D4D0-D7D9-4F71-AAD0-5BFF4A23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62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powered by the 5D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47BB5-4355-44AE-B4E9-E5D3F10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5D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B3416-1EA3-4998-8A36-2B0B812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052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66D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89AFE-AD39-4282-B526-AE1A1AA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8B1F0-C26B-4364-932B-5196EC1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050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77936-701C-462A-AA48-8006469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FB5F4-7C1E-48B3-953D-CE8232B4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DBA7C-99DB-41CA-B5D7-E6C70A56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CD87-4B75-421A-8E9E-881526E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AAA7D-FBA7-4EFD-BAD3-B264C45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5F925-129F-449B-91F8-A3E5FF8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8AA62-3229-4C3A-9216-E0A973C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C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59BE2-5D46-4CAD-88D6-3404783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Defend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EF479-6F1D-4FA8-8769-398C7743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63178-A4A6-4CB9-B978-99E1634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rPr>
              <a:t>OPPORTUNITY 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786EA-D40F-4B25-8BB7-C610107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447EC-113F-4DD2-AC23-0067EC3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B26FA-6837-4B30-897F-89DA9A32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F38FD-FE8D-4B89-84CC-CC3827C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955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06BA4-4713-4E13-BD5D-AE01F8F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FB9B1-0666-4FDE-BA65-6A137A49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43298-DC2D-4DC2-AEE1-89181D5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Digital maturity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F853A-689A-43A9-85CE-B4879184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9F6E8-A6A7-49F5-87DF-BF7CDAA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5B2EC-56CB-4266-9AE2-002065D6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Public-private collaboration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E87EA-BC15-4DA1-9026-40CD236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62826-C5F6-4448-B185-D2A8C28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44765-60DE-4809-8F1E-EF30A6E7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Sovereignty &amp; resilience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CC3F4-01A6-4D70-ACA1-7BECF833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2A900"/>
                </a:solidFill>
                <a:latin typeface="Aptos Mono"/>
                <a:ea typeface="Aptos Mono"/>
                <a:cs typeface="Aptos Mono"/>
              </a:rPr>
              <a:t>COLLABORATION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602E2-DCD8-449A-9F5C-4AF5F5A3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F4FC24-A793-4D52-B0D2-D78BA2AE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52A5A-0E24-4F81-AA02-38B52B4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A291DF-2823-4535-9D9E-5B8662CD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NORC: strategy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01424B-11E4-4B7E-BAD0-668B9C8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71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9E404-DA41-4D6F-9686-7FB4E37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B86B9-02A4-49A4-964D-75F8305E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Team Neusta: delivery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8A14A-B74B-4F65-93DE-AB11CA9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F56BF-219B-492D-A600-111DCB23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C1C1E5-C35E-43B7-BD65-C0733117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Shared: market learning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EABEA1-A7A2-443B-A868-48976E5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62600"/>
            <a:ext cx="647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D2BB55-0903-40D4-9382-290F2E61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53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A structured model for entering and scaling in high-trust, resilience-driven markets.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F86965-1E71-4632-9E59-0263483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B5F81B-58E0-40C6-BEBD-FCB45F3F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1DA392-A221-429C-9207-B996F77E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A2441-797C-4041-8AB2-580C179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9612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7663F-6386-4E8C-979C-AEF43A47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A5CC1-1121-493C-B092-41BC8A8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A shared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E061-FA4B-4D84-B30B-D33FE34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1445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C400"/>
                </a:solidFill>
                <a:latin typeface="Aptos Display"/>
                <a:ea typeface="Aptos Display"/>
                <a:cs typeface="Aptos Display"/>
              </a:rPr>
              <a:t>European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E15B-708B-4D4A-9D28-D8F1DA1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77F57-20E4-4105-ACA1-30011FB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271BF-5CEF-46A0-A1B9-32F9037D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This collaboration can be more than market entry. It can help build capacity for a stronger Sweden, Nordic region and Europe.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28447-0BEA-4EE0-992D-C34491B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EE2EA-B8CB-421C-80B7-CDB966CB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Resilient societies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43AE4-79BB-44C0-8229-A9E7986A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Organisations able to withstand external and internal pressure.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9099E-AB30-4A0B-9C91-CE93ADDE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D26E9-915E-4FEF-BDAF-A530E2B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Sustainable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F8D6-5AC8-49BE-AB05-0A3F9821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Transformation that supports long-term value, not short-term noise.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7D889-0C48-411C-871B-18CFCB5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BEB19-CE72-429E-81CE-BACA946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Democratic industry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AD3D6-0EA7-4910-BCCD-711AC46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252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Strong, open and enterprise-friendly capacity for future generations.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D63DC-4189-4129-9811-5982B223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The partnership should protect innovation, enterprise and human value while helping organisations meet a more uncertain world.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A5CBB-FFD5-446C-AC18-A1268AA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C2EAC-7BE2-427E-9339-0756280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A748E-E577-435C-AE67-4CD8F3CD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0C00C-E03D-4673-92FA-B3238EEC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83228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43875-297F-438E-9BCB-310322FD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A248C-655E-4415-AF84-C35BD77C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20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417"/>
                </a:solidFill>
                <a:latin typeface="Aptos Display"/>
                <a:ea typeface="Aptos Display"/>
                <a:cs typeface="Aptos Display"/>
              </a:rPr>
              <a:t>From conversation to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A7EC6-C97F-4E78-9CA6-71F93DA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95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Prove relevance before scaling outreach.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BD68F-A534-4622-A421-2BA1F83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B7896-2124-4EAB-9814-44BDD77D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B3890-2DD9-4950-81ED-9296A5D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52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1F5C-704F-491A-949B-1931FD0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539DA-17DE-4C99-B9B4-354603A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ALIGN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427D3-99F5-4A86-8469-179DAD12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FAA3D-5D71-46A4-8851-E4DDACB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Prioritised countries, sectors, offer tracks and ambition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BED1D-145D-460F-9D7D-3E51D696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217B8-F071-4A85-8C5A-D36760E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AB90-7827-48E3-89D7-1446A41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EDB76-B2C0-4DB5-AF5E-97A040B5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47310-E090-4D76-8944-3EBBBEB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3B232-65FD-49B7-B3EB-2551432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Nordic value proposition, proof needs and message hierarchy.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1A71B-F8C7-470F-9C59-4479D94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9636E-83D8-4754-A88E-9188B9B1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B0C1E-5D0C-4A73-9B72-054FA9F6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CCFCB-4B29-4829-8DD1-8C235DB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34DD9-D1AC-4B8F-BF81-E28EB16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AEBDF-16E2-43CA-82DB-0ECEBDE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Short deck, meeting narrative and thought-leadership angles.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DD073-B93D-44A6-BC08-6446DCF0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9A8F2-7BF3-4634-8CA8-32016B3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52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86172-209B-4369-95F3-FF9BADAC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9E3FC-51CF-42DB-A7E5-9CA19A43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62866-C36D-408E-9FE6-65D9C7A0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0C41F-7107-4285-AF68-F51164F3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Limited trusted conversations and feedback on relevance.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376C5-88EE-45AF-9856-1F46B6E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BB7F5-F64D-4DF0-B772-A884CA9E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D183D-3426-4CD8-93D9-6E681CD4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7D636-6CB4-4CEB-91BF-7404B09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90DB7-12C7-4B27-9E11-FEE186A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DE48C-2DDA-40E4-86C5-C70CC5B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6D"/>
                </a:solidFill>
                <a:latin typeface="Aptos"/>
                <a:ea typeface="Aptos"/>
                <a:cs typeface="Aptos"/>
              </a:rPr>
              <a:t>Retainer or joint business-development model if the pilot validates the opportunity.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9FF7CD-2F33-4D7A-BE0C-839575A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388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1C762A-642B-441C-A590-0035AED8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417"/>
                </a:solidFill>
                <a:latin typeface="Aptos"/>
                <a:ea typeface="Aptos"/>
                <a:cs typeface="Aptos"/>
              </a:rPr>
              <a:t>Team Neusta brings digital transformation capacity. NORC brings Nordic trust, relevance and strategic meaning.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ED690-095C-4F49-94A4-894EC7F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436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11417"/>
                </a:solidFill>
                <a:latin typeface="Aptos Mono"/>
                <a:ea typeface="Aptos Mono"/>
                <a:cs typeface="Aptos Mono"/>
              </a:rPr>
              <a:t>NORC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CA98A-7AF7-4D72-9C84-D92A850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C400"/>
                </a:solidFill>
                <a:latin typeface="Aptos Mono"/>
                <a:ea typeface="Aptos Mono"/>
                <a:cs typeface="Aptos Mono"/>
              </a:rPr>
              <a:t>/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0E797-D58D-4B71-A910-F76A9158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43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A VIABLE SOLUTION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BDCBB0-DE3B-4FC1-A795-A246F20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F666D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6307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2026-05-04T10:27:52.6750000Z</dcterms:created>
  <dcterms:modified xsi:type="dcterms:W3CDTF">2026-05-04T10:27:52.6750000Z</dcterms:modified>
</coreProperties>
</file>